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7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9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1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7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9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1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4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2"/>
            <a:ext cx="8123100" cy="629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36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3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3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3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3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3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3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3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3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0" i="0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0" i="0" sz="4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4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199" cy="15095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0" i="0" sz="4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0"/>
            <a:ext cx="4045199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21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21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21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21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21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21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21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21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21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21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 txBox="1"/>
          <p:nvPr>
            <p:ph type="title"/>
          </p:nvPr>
        </p:nvSpPr>
        <p:spPr>
          <a:xfrm>
            <a:off x="311700" y="991475"/>
            <a:ext cx="8520599" cy="1917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1" i="0" sz="14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1" sz="1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1" sz="1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1" sz="1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1" sz="1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1" sz="1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1" sz="1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1" sz="1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1" sz="1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599" cy="901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286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286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286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286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286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286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Proxima Nova"/>
              <a:buNone/>
            </a:pPr>
            <a:r>
              <a:rPr b="0" i="0" lang="en" sz="4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COE Makers (working title)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2"/>
            <a:ext cx="8123100" cy="6299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Proxima Nova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Welcome!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Who are we?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484225" y="1194400"/>
            <a:ext cx="8348100" cy="3561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Proxima Nova"/>
              <a:buNone/>
            </a:pPr>
            <a:r>
              <a:rPr b="0" i="0" lang="en" sz="2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COE Makers is a student-run university program with the goals of creating, educating, and growing entrepreneurship-focused engineers.</a:t>
            </a:r>
            <a:endParaRPr/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Proxima Nova"/>
              <a:buNone/>
            </a:pPr>
            <a:r>
              <a:rPr b="0" i="0" lang="en" sz="2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Our programs:</a:t>
            </a:r>
            <a:endParaRPr/>
          </a:p>
          <a:p>
            <a:pPr indent="-3810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Proxima Nova"/>
              <a:buNone/>
            </a:pPr>
            <a:r>
              <a:rPr b="0" i="0" lang="en" sz="2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an engineering design team,</a:t>
            </a:r>
            <a:endParaRPr/>
          </a:p>
          <a:p>
            <a:pPr indent="-3810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Proxima Nova"/>
              <a:buNone/>
            </a:pPr>
            <a:r>
              <a:rPr b="0" i="0" lang="en" sz="2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technology seminars and workshops,</a:t>
            </a:r>
            <a:endParaRPr/>
          </a:p>
          <a:p>
            <a:pPr indent="-3810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Proxima Nova"/>
              <a:buNone/>
            </a:pPr>
            <a:r>
              <a:rPr b="0" i="0" lang="en" sz="2400" u="none" cap="none" strike="noStrik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the creation of a makerspace.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Why?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Northeastern University has some great engineers who have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learned so much on co-op,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but their skills are not always being utilized.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NU needs to create more opportunities for students to become technologically-capable, interdisciplinary, entrepreneurially-educated engineers.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Goals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By Fall 2016: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“University Program” Status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Design Team of 20-25 + Management Team of 7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4 Client Projects per Semester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2-3 Events/Workshops per Semester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t/>
            </a:r>
            <a:endParaRPr b="0" i="0" sz="1800" u="none" cap="none" strike="noStrike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848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Organizational Structure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672325" y="1750625"/>
            <a:ext cx="2991900" cy="22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Design Director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 Leads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Design Engineers</a:t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696325" y="1017725"/>
            <a:ext cx="2943899" cy="57269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Team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5053575" y="1750625"/>
            <a:ext cx="2991900" cy="3005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Design Director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VP of Marketing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VP of Development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VP of Operations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VP of Events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t/>
            </a:r>
            <a:endParaRPr b="0" i="0" sz="1800" u="none" cap="none" strike="noStrike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5077575" y="1017725"/>
            <a:ext cx="2943899" cy="57269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Team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Progress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Informational interviews with engineers on campus across all disciplines to find interest and need.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Visited BU’s Imagineering Lab and EPIC Lab (makerspace).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Discussed role within entrepreneurial ecosystem with IDEA and Annika Morgan.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Discussed structure and processes of SCOUT with Ian McLarney.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Gained support from Dan Gregory and NUCEE.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Gained support from the Sherman Center as parent organization of COE Makers.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Co-Faculty Advisors: Shashi Murthy and Mark Sivak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Where can they come from?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Within Northeastern University 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Entrepreneurial Ecosystem at Northeastern University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Entrepreneurial Ecosystem outside Northeastern University 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Outside Companies and Corporations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Self-developed Projects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Action Items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Decide on 1-2 client projects for the Spring 2016 Semester by December 10, 2015.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Bring together final Design and Management Team for January 2016 by December 15, 2015.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Carry out 1-2 client project during the Spring 2016 Semester.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and finalize advisory board members and their roles.</a:t>
            </a:r>
            <a:endParaRPr/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Spend the Summer of 2016 building a design team for the next year, defining internal processes for the engineering design team, creating and planning events, speakers, and workshops, reaching out for and deciding on projects.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t/>
            </a:r>
            <a:endParaRPr b="0" i="0" sz="1800" u="none" cap="none" strike="noStrike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Proxima Nova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Questions, Concerns, Advice?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Proxima Nova"/>
              <a:buNone/>
            </a:pPr>
            <a:r>
              <a:rPr b="0" i="0" lang="en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We want to hear all of your thoughts!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